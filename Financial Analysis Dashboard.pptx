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25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29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24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94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8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14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06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96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55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1083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327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94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08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654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1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3BFDF-C8B5-4DA6-BAE1-7B6A4CC4A22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F55CE-C863-4FB9-8705-4EF275B20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2921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78B1-342B-0BE3-CB65-02E62C6C4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Financial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7B119-6D9C-2A30-E449-8CC0BC6C2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Submitted BY- Himani </a:t>
            </a:r>
            <a:r>
              <a:rPr lang="en-IN" dirty="0" err="1">
                <a:solidFill>
                  <a:schemeClr val="tx1"/>
                </a:solidFill>
                <a:latin typeface="Arial Black" panose="020B0A04020102020204" pitchFamily="34" charset="0"/>
              </a:rPr>
              <a:t>Khawashi</a:t>
            </a:r>
            <a:endParaRPr lang="en-IN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Tool used: Microsoft Power Bi</a:t>
            </a:r>
          </a:p>
          <a:p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Dataset: Financial Sample Dataset (Kaggle)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F32E0-B305-7D62-7ED0-EA2F3ACA6467}"/>
              </a:ext>
            </a:extLst>
          </p:cNvPr>
          <p:cNvSpPr txBox="1"/>
          <p:nvPr/>
        </p:nvSpPr>
        <p:spPr>
          <a:xfrm>
            <a:off x="783772" y="161369"/>
            <a:ext cx="879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Data Analyst Internship- Task 3</a:t>
            </a:r>
          </a:p>
        </p:txBody>
      </p:sp>
    </p:spTree>
    <p:extLst>
      <p:ext uri="{BB962C8B-B14F-4D97-AF65-F5344CB8AC3E}">
        <p14:creationId xmlns:p14="http://schemas.microsoft.com/office/powerpoint/2010/main" val="3706739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CABA-688C-76CC-1FD8-347BE3E1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550DF-BA1B-427C-31FF-AB42ADF98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602168"/>
            <a:ext cx="11342913" cy="4637314"/>
          </a:xfrm>
        </p:spPr>
        <p:txBody>
          <a:bodyPr>
            <a:normAutofit fontScale="70000" lnSpcReduction="2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was to design an interactive financial dashboard that enables business stakeholders to monitor key financial KPIs, analyse sales performance, evaluate profitability, and support data-driven decision-making.</a:t>
            </a:r>
          </a:p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for Sales, Orders, Profit, Profit Margin and Discount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Year and Country slicers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Performance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Sales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Segment-wise Profitability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Band Analysis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70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BD42CA-7CBF-6815-457F-1EF4D0759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68" t="21939" r="15446" b="204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3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8304-5683-EF6B-2477-AE9F8554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Dashboard Components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3CC0B-EF16-EFE2-132C-F9AD8D18F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35830"/>
            <a:ext cx="9905999" cy="3541714"/>
          </a:xfrm>
        </p:spPr>
        <p:txBody>
          <a:bodyPr numCol="2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KPI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KPI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KPI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KPI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KPI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by Country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by Country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Band Distribution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by Segment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Sales by Product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Details Table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Year &amp; Country Slicers</a:t>
            </a:r>
          </a:p>
        </p:txBody>
      </p:sp>
    </p:spTree>
    <p:extLst>
      <p:ext uri="{BB962C8B-B14F-4D97-AF65-F5344CB8AC3E}">
        <p14:creationId xmlns:p14="http://schemas.microsoft.com/office/powerpoint/2010/main" val="156348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F7C2-D5E1-D0DB-C004-1B345BF2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FD1B3-8CD4-F68B-6CC0-F4207DC7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2" y="1658143"/>
            <a:ext cx="10593388" cy="4688228"/>
          </a:xfrm>
        </p:spPr>
        <p:txBody>
          <a:bodyPr>
            <a:normAutofit fontScale="32500" lnSpcReduction="20000"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exceeded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92.3 million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overall business performance. 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Profit reached approximately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13.0 million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Profit Margin is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14.1%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Germany recorded the highest profit margin.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generated the highest number of orders.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28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D3C2D-1EDA-6AE9-E7D7-98F0DD0B5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30" y="500743"/>
            <a:ext cx="10972800" cy="622662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contributed the highest sales among all products.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VTT and Velo also performed strongly.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Partners achieved the highest profit margin.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segment showed the lowest profitability.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Discount Band accounted for the largest percentage of discounts.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fluctuated throughout the year with strong growth toward the end of the year.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8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50DE-46FE-4D7D-3EBF-B0F2734F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E9F3-E4C9-3ED1-B9E2-F063D9DF2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10604274" cy="4314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Benefits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helps business stakeholders to: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financial KPIs in real time.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across countries.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profitable products and business segments.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sales trends.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impact of discount strategies.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strategic business decisions using interactive filters.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92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7F75-3C9D-B6DA-D9A5-4EBB13C8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022B8-DC65-5B8A-1F61-BCA9FA4A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498" y="1509259"/>
            <a:ext cx="10680474" cy="433637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 interactive financial dashboard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key business KPIs including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Orders, Profit, Profit Margin, and Discount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interactive analysis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slicers.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monthly sales trends.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financial performance across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countries, products, and business segments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clean, user-friendly dashboard to support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skills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DAX, data visualization, and dashboard design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6031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</TotalTime>
  <Words>390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</vt:lpstr>
      <vt:lpstr>Arial Black</vt:lpstr>
      <vt:lpstr>Bookman Old Style</vt:lpstr>
      <vt:lpstr>Rockwell</vt:lpstr>
      <vt:lpstr>Times New Roman</vt:lpstr>
      <vt:lpstr>Wingdings</vt:lpstr>
      <vt:lpstr>Damask</vt:lpstr>
      <vt:lpstr>Financial Analysis Dashboard</vt:lpstr>
      <vt:lpstr>Project Overview</vt:lpstr>
      <vt:lpstr>PowerPoint Presentation</vt:lpstr>
      <vt:lpstr>Dashboard Components</vt:lpstr>
      <vt:lpstr>Key Insights</vt:lpstr>
      <vt:lpstr>PowerPoint Presentation</vt:lpstr>
      <vt:lpstr>Business Value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Khawshi</dc:creator>
  <cp:lastModifiedBy>Shivani Khawshi</cp:lastModifiedBy>
  <cp:revision>3</cp:revision>
  <dcterms:created xsi:type="dcterms:W3CDTF">2026-07-02T14:50:41Z</dcterms:created>
  <dcterms:modified xsi:type="dcterms:W3CDTF">2026-07-02T15:10:19Z</dcterms:modified>
</cp:coreProperties>
</file>